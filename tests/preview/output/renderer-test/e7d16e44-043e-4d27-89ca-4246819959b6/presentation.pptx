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3360" y="1170432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14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88720" y="1874520"/>
            <a:ext cx="98115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Ledify Preview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522976" y="3520440"/>
            <a:ext cx="1143000" cy="502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194560" y="3822192"/>
            <a:ext cx="7799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Backend-generated PowerPoint previews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10835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Preview Works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58368" y="1115568"/>
            <a:ext cx="685800" cy="502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828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list items were provided.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Ledify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Ledify Preview Test</dc:title>
  <dc:subject>Ledify Preview Test</dc:subject>
  <dc:creator>Ledify</dc:creator>
  <cp:lastModifiedBy>Ledify</cp:lastModifiedBy>
  <cp:revision>1</cp:revision>
  <dcterms:created xsi:type="dcterms:W3CDTF">2026-10-04T19:07:34Z</dcterms:created>
  <dcterms:modified xsi:type="dcterms:W3CDTF">2026-10-04T19:07:34Z</dcterms:modified>
</cp:coreProperties>
</file>